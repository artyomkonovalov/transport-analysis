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ru-RU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A0BF92-7E7A-08A1-349E-A35A9790F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E6218BF-45DB-DF9B-46FF-C05D630D5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356DB-5892-42F7-A7F6-70DF9F3B90D8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854FC9E-23EA-978B-99C5-8DB19D624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683CCCD-60B8-6160-3D62-16362E8EB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7693-922C-4A3E-8711-4343FF37A3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308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E0F46C-DE3F-33EA-97EF-6334107CD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8B56E79-DA30-A38E-332C-F0FC695AC8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F806665-81F1-F953-6776-2B9B5E7ABE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0356DB-5892-42F7-A7F6-70DF9F3B90D8}" type="datetimeFigureOut">
              <a:rPr lang="ru-RU" smtClean="0"/>
              <a:t>21.01.2026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383F1A-20ED-C920-3264-589E860258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18151AB-829B-DCC1-99F6-236566D110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207693-922C-4A3E-8711-4343FF37A3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67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313C8A0C-5747-49F3-976E-091BE473F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ТопДС Кейс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9102E8D-6B95-4A9D-B514-52B1FA0FD9E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000905"/>
      </p:ext>
    </p:extLst>
  </p:cSld>
  <p:clrMapOvr>
    <a:masterClrMapping/>
  </p:clrMapOvr>
  <p:transition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73617656-5999-00EE-55C4-CB14D239A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>
                <a:latin typeface="+mj-lt"/>
              </a:rPr>
              <a:t>Трамвайная сеть Санкт-Петербурга</a:t>
            </a:r>
            <a:endParaRPr lang="ru-RU" sz="4800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94A161-A74A-AF2F-0E85-9C12CF1547D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801125"/>
      </p:ext>
    </p:extLst>
  </p:cSld>
  <p:clrMapOvr>
    <a:masterClrMapping/>
  </p:clrMapOvr>
  <p:transition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2FEDE081-7ADB-1A1C-A0C8-552B0B3DD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200">
                <a:latin typeface="+mj-lt"/>
              </a:rPr>
              <a:t>Цель проекта</a:t>
            </a:r>
            <a:endParaRPr lang="ru-RU" sz="3200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AAB8E5-F9CA-D173-3A90-0745F1DA637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62635"/>
      </p:ext>
    </p:extLst>
  </p:cSld>
  <p:clrMapOvr>
    <a:masterClrMapping/>
  </p:clrMapOvr>
  <p:transition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011C09F4-21ED-53A4-A260-75DF68FC0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Задачи проекта</a:t>
            </a:r>
            <a:endParaRPr lang="en-US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5D4CD48-1924-4421-0DFB-0E9CBBDDFF6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696080"/>
      </p:ext>
    </p:extLst>
  </p:cSld>
  <p:clrMapOvr>
    <a:masterClrMapping/>
  </p:clrMapOvr>
  <p:transition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9523C6D1-0199-26CD-EBB5-F538F9715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Сырые данные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E248299-B36C-E603-B9D7-CCA64C6CD5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029370"/>
      </p:ext>
    </p:extLst>
  </p:cSld>
  <p:clrMapOvr>
    <a:masterClrMapping/>
  </p:clrMapOvr>
  <p:transition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263889E5-2387-2567-2503-964014C0C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Сырые данные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A38B2AE-A9A2-E54B-11D0-4E0D6318C55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950884"/>
      </p:ext>
    </p:extLst>
  </p:cSld>
  <p:clrMapOvr>
    <a:masterClrMapping/>
  </p:clrMapOvr>
  <p:transition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5446D29D-C34C-C9C3-8A2A-3C367CB2B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Анализ данных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4FFD110-E98B-C4DF-0339-528B12C071A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607806"/>
      </p:ext>
    </p:extLst>
  </p:cSld>
  <p:clrMapOvr>
    <a:masterClrMapping/>
  </p:clrMapOvr>
  <p:transition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0A6EBC24-9929-8842-EF9D-9C397F243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>
                <a:latin typeface="+mj-lt"/>
              </a:rPr>
              <a:t>Моделирование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6D52F73-E8A5-5C15-491B-2B8EC595A6C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560902"/>
      </p:ext>
    </p:extLst>
  </p:cSld>
  <p:clrMapOvr>
    <a:masterClrMapping/>
  </p:clrMapOvr>
  <p:transition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80CD0602-D5A9-C4DC-0B43-440BA6C6D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155DE77-3116-81EC-0D0A-153E86E8D65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5802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334C4E08-8874-50BC-85DF-7DD3D20DE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36333C6-5892-8866-1CCB-FCBE9E59DDA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062398"/>
      </p:ext>
    </p:extLst>
  </p:cSld>
  <p:clrMapOvr>
    <a:masterClrMapping/>
  </p:clrMapOvr>
  <p:transition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A9EFFABC-07AD-2F85-49CD-D51E66544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D7E4DDD-F051-45A0-4844-D13BF60DCB1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457445"/>
      </p:ext>
    </p:extLst>
  </p:cSld>
  <p:clrMapOvr>
    <a:masterClrMapping/>
  </p:clrMapOvr>
  <p:transition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18AE9CFD-8B93-466C-8DCD-6E7EDAB3C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49A8375-785A-1D30-4495-E8980614FB0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509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595E39B1-DBC6-A2C0-35F0-0F54BF2D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Результаты анализа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CF4DC62-E022-5CEA-0E4D-0AA0C387CD5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106134"/>
      </p:ext>
    </p:extLst>
  </p:cSld>
  <p:clrMapOvr>
    <a:masterClrMapping/>
  </p:clrMapOvr>
  <p:transition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8AF1EC0E-0200-924A-C260-F72333601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1A4BF0C-8A01-B807-D872-4EB0E1F6134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45643"/>
      </p:ext>
    </p:extLst>
  </p:cSld>
  <p:clrMapOvr>
    <a:masterClrMapping/>
  </p:clrMapOvr>
  <p:transition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DB4664BA-335B-884A-E862-91DF0C3FF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>
                <a:latin typeface="+mj-lt"/>
              </a:rPr>
              <a:t>Топ-остановок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9B98D30-9B01-7CFC-255D-91576C8AC3E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74116"/>
      </p:ext>
    </p:extLst>
  </p:cSld>
  <p:clrMapOvr>
    <a:masterClrMapping/>
  </p:clrMapOvr>
  <p:transition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A1DBD103-50E0-0838-AD58-C9DE11701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>
                <a:latin typeface="+mj-lt"/>
              </a:rPr>
              <a:t>Длины маршрутов</a:t>
            </a:r>
            <a:br>
              <a:rPr lang="ru-RU">
                <a:latin typeface="+mj-lt"/>
              </a:rPr>
            </a:br>
            <a:r>
              <a:rPr lang="ru-RU" sz="4800">
                <a:latin typeface="Montserrat Medium" panose="00000600000000000000" pitchFamily="2" charset="-52"/>
              </a:rPr>
              <a:t>3.9 км</a:t>
            </a:r>
            <a:br>
              <a:rPr lang="ru-RU" sz="4800">
                <a:latin typeface="Montserrat Medium" panose="00000600000000000000" pitchFamily="2" charset="-52"/>
              </a:rPr>
            </a:br>
            <a:r>
              <a:rPr lang="ru-RU" sz="4800">
                <a:latin typeface="Montserrat Medium" panose="00000600000000000000" pitchFamily="2" charset="-52"/>
              </a:rPr>
              <a:t>Маршрут </a:t>
            </a:r>
            <a:r>
              <a:rPr lang="ru-RU" sz="4800">
                <a:latin typeface="Montserrat Black" panose="00000A00000000000000" pitchFamily="2" charset="-52"/>
              </a:rPr>
              <a:t>#62</a:t>
            </a:r>
            <a:endParaRPr lang="ru-RU" dirty="0">
              <a:latin typeface="Montserrat Black" panose="00000A00000000000000" pitchFamily="2" charset="-52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449E16E-8C35-7E38-3283-D43C5199587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311097"/>
      </p:ext>
    </p:extLst>
  </p:cSld>
  <p:clrMapOvr>
    <a:masterClrMapping/>
  </p:clrMapOvr>
  <p:transition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82EFFDE4-A938-3583-71B9-9E9ED2E34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r"/>
            <a:r>
              <a:rPr lang="ru-RU">
                <a:latin typeface="+mj-lt"/>
              </a:rPr>
              <a:t>Длины маршрутов</a:t>
            </a:r>
            <a:br>
              <a:rPr lang="ru-RU">
                <a:latin typeface="+mj-lt"/>
              </a:rPr>
            </a:br>
            <a:r>
              <a:rPr lang="ru-RU" sz="4800">
                <a:latin typeface="Montserrat Medium" panose="00000600000000000000" pitchFamily="2" charset="-52"/>
              </a:rPr>
              <a:t>19.65 км</a:t>
            </a:r>
            <a:br>
              <a:rPr lang="ru-RU" sz="4800">
                <a:latin typeface="Montserrat Medium" panose="00000600000000000000" pitchFamily="2" charset="-52"/>
              </a:rPr>
            </a:br>
            <a:r>
              <a:rPr lang="ru-RU" sz="4800">
                <a:latin typeface="Montserrat Medium" panose="00000600000000000000" pitchFamily="2" charset="-52"/>
              </a:rPr>
              <a:t>Маршрут </a:t>
            </a:r>
            <a:r>
              <a:rPr lang="ru-RU" sz="4800">
                <a:latin typeface="Montserrat Black" panose="00000A00000000000000" pitchFamily="2" charset="-52"/>
              </a:rPr>
              <a:t>#40</a:t>
            </a:r>
            <a:endParaRPr lang="ru-RU" dirty="0">
              <a:latin typeface="Montserrat Black" panose="00000A00000000000000" pitchFamily="2" charset="-52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B8E2A65-768E-D36D-6722-F3756F2C52D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838982"/>
      </p:ext>
    </p:extLst>
  </p:cSld>
  <p:clrMapOvr>
    <a:masterClrMapping/>
  </p:clrMapOvr>
  <p:transition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83B2C0F5-609F-83F2-98C7-5E7ECD18B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ru-RU">
                <a:latin typeface="+mj-lt"/>
              </a:rPr>
              <a:t>Связность сети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78B0129-91DA-DC62-1EAE-A8248FD98E2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53975"/>
      </p:ext>
    </p:extLst>
  </p:cSld>
  <p:clrMapOvr>
    <a:masterClrMapping/>
  </p:clrMapOvr>
  <p:transition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B2C289B5-DA59-6246-8672-47372C1E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6681EE2-8D62-058D-E454-2020FC1E6EA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56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DBA114A1-46D9-C493-9944-6D0C953D7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>
                <a:latin typeface="+mj-lt"/>
              </a:rPr>
              <a:t>Продукт проекта</a:t>
            </a:r>
            <a:endParaRPr lang="ru-RU" b="1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EAC808-2CB8-B3B3-B607-2AF4C7F2F99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835772"/>
      </p:ext>
    </p:extLst>
  </p:cSld>
  <p:clrMapOvr>
    <a:masterClrMapping/>
  </p:clrMapOvr>
  <p:transition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hidden="1">
            <a:extLst>
              <a:ext uri="{FF2B5EF4-FFF2-40B4-BE49-F238E27FC236}">
                <a16:creationId xmlns:a16="http://schemas.microsoft.com/office/drawing/2014/main" id="{FEF4CADE-14F3-77EF-7959-CB273E4A6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>
                <a:latin typeface="+mj-lt"/>
              </a:rPr>
              <a:t>Спасибо!</a:t>
            </a:r>
            <a:endParaRPr lang="ru-RU" dirty="0">
              <a:latin typeface="+mj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065FDF7-486A-5419-7B38-6951AC8A8AD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145952"/>
      </p:ext>
    </p:extLst>
  </p:cSld>
  <p:clrMapOvr>
    <a:masterClrMapping/>
  </p:clrMapOvr>
  <p:transition>
    <p:push dir="u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Office PowerPoint</Application>
  <PresentationFormat>Экран (16:9)</PresentationFormat>
  <Paragraphs>15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Montserrat Black</vt:lpstr>
      <vt:lpstr>Montserrat Medium</vt:lpstr>
      <vt:lpstr>Тема Office</vt:lpstr>
      <vt:lpstr>ТопДС Кейс</vt:lpstr>
      <vt:lpstr>Трамвайная сеть Санкт-Петербурга</vt:lpstr>
      <vt:lpstr>Цель проекта</vt:lpstr>
      <vt:lpstr>Задачи проекта</vt:lpstr>
      <vt:lpstr>Сырые данные</vt:lpstr>
      <vt:lpstr>Сырые данные</vt:lpstr>
      <vt:lpstr>Анализ данных</vt:lpstr>
      <vt:lpstr>Моделирование</vt:lpstr>
      <vt:lpstr>Презентация PowerPoint</vt:lpstr>
      <vt:lpstr>Презентация PowerPoint</vt:lpstr>
      <vt:lpstr>Презентация PowerPoint</vt:lpstr>
      <vt:lpstr>Презентация PowerPoint</vt:lpstr>
      <vt:lpstr>Результаты анализа</vt:lpstr>
      <vt:lpstr>Презентация PowerPoint</vt:lpstr>
      <vt:lpstr>Топ-остановок</vt:lpstr>
      <vt:lpstr>Длины маршрутов 3.9 км Маршрут #62</vt:lpstr>
      <vt:lpstr>Длины маршрутов 19.65 км Маршрут #40</vt:lpstr>
      <vt:lpstr>Связность сети</vt:lpstr>
      <vt:lpstr>Презентация PowerPoint</vt:lpstr>
      <vt:lpstr>Продукт проекта</vt:lpstr>
      <vt:lpstr>Спасибо!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Максим Лобанов</dc:creator>
  <cp:lastModifiedBy>Максим Лобанов</cp:lastModifiedBy>
  <cp:revision>1</cp:revision>
  <dcterms:created xsi:type="dcterms:W3CDTF">2026-01-20T21:42:28Z</dcterms:created>
  <dcterms:modified xsi:type="dcterms:W3CDTF">2026-01-20T21:42:28Z</dcterms:modified>
</cp:coreProperties>
</file>