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ru-RU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57BA21-2440-7C9B-07E0-F08C74A52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98C962-8ED5-17FF-6E6D-5F9A4AE5D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F129E-53C4-4FDD-860B-958B4B66090E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FB238A4-BA4D-CA1A-9231-6E7785156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185ACD2-F01E-6DF2-3728-3D3DD7654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47B613-F22A-42B8-B2C2-65D232F7D5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0872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AF2610-4BBA-C82B-69BD-28E283F69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337587-3540-4A9E-06BF-CD7299CF6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8FEF98-37A6-B32A-9528-60A88DBA2D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F129E-53C4-4FDD-860B-958B4B66090E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94395A-5C66-2479-784B-A71D3CA8AA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140CF4-E54F-ED9F-64DF-35F03348B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47B613-F22A-42B8-B2C2-65D232F7D5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0094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F6C20589-3AB8-6A5E-B534-124304691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ТопДС Кейс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23E17F9-BF24-2A61-0544-2D655980DF4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428580"/>
      </p:ext>
    </p:extLst>
  </p:cSld>
  <p:clrMapOvr>
    <a:masterClrMapping/>
  </p:clrMapOvr>
  <p:transition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7F3C3F52-E3DE-8582-969E-6B5BE5EDD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>
                <a:latin typeface="+mj-lt"/>
              </a:rPr>
              <a:t>Трамвайная сеть Санкт-Петербурга</a:t>
            </a:r>
            <a:endParaRPr lang="ru-RU" sz="4800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C59F066-9B6B-9EB0-7C17-207911DCFA9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7127"/>
      </p:ext>
    </p:extLst>
  </p:cSld>
  <p:clrMapOvr>
    <a:masterClrMapping/>
  </p:clrMapOvr>
  <p:transition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8D9AEDD-92B0-46B4-03A4-B195D7179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>
                <a:latin typeface="+mj-lt"/>
              </a:rPr>
              <a:t>Цель проекта</a:t>
            </a:r>
            <a:endParaRPr lang="ru-RU" sz="3200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A85078-B536-771F-35EF-6DE6B05B835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75141"/>
      </p:ext>
    </p:extLst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68FF5AC0-D2E1-F24B-D128-51ACE256F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Задачи проекта</a:t>
            </a:r>
            <a:endParaRPr lang="en-US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B046102-6954-81A4-0D4A-277245CA369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777214"/>
      </p:ext>
    </p:extLst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522EE68D-47F8-73D5-6632-CA8614A37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Сырые данные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BA8A41-709B-4B0C-46C8-C5B1D797728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230829"/>
      </p:ext>
    </p:extLst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61F6101E-EF6D-5822-C8DF-DDB109C88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Сырые данные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6B21C1-3193-F0EB-00DA-C97369B85CC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80205"/>
      </p:ext>
    </p:extLst>
  </p:cSld>
  <p:clrMapOvr>
    <a:masterClrMapping/>
  </p:clrMapOvr>
  <p:transition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FE4BBAF6-8631-6CA5-F8DA-4B0CD1C2E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Анализ данных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2597CE6-C611-5220-C2C4-A9DCCB48F93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22464"/>
      </p:ext>
    </p:extLst>
  </p:cSld>
  <p:clrMapOvr>
    <a:masterClrMapping/>
  </p:clrMapOvr>
  <p:transition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E3C20BD9-6CE6-A254-40FF-8CA573EE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Моделирование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DA7C4D4-BD14-F807-A480-8598E62E9A2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63839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41B5209-3081-0CAE-DCB3-61846ABE4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C2D896-140E-C591-2C74-9C6DC43AE94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674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5446445A-2FD6-37A7-7E0E-847D541F5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C7B121-746E-64A3-37C0-3944915FF7F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258246"/>
      </p:ext>
    </p:extLst>
  </p:cSld>
  <p:clrMapOvr>
    <a:masterClrMapping/>
  </p:clrMapOvr>
  <p:transition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CA782CFA-9EA5-8217-3277-321CD4563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3BC2BF-2B3F-7761-D69E-06BD9A9E05E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948890"/>
      </p:ext>
    </p:extLst>
  </p:cSld>
  <p:clrMapOvr>
    <a:masterClrMapping/>
  </p:clrMapOvr>
  <p:transition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2BFD400B-C3DB-C371-9F8B-3388E937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59BF4B4-DD62-7AA9-A87F-C5DC34621BD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217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9A5D42F-E131-4278-A4F3-C927236B7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Результаты анализа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89AA4BD-4E7B-D5F3-1EFE-A0912FA685E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70200"/>
      </p:ext>
    </p:extLst>
  </p:cSld>
  <p:clrMapOvr>
    <a:masterClrMapping/>
  </p:clrMapOvr>
  <p:transition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3A6E2AE4-F706-4B0F-79BC-0E76148B0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BE81783-5625-ADCC-C40F-9DF97ADEEAD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391747"/>
      </p:ext>
    </p:extLst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CAA09DF4-15C9-B097-D667-5875EDC06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Топ-остановок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4786F-AD35-CA26-7FCD-520AF58E6DF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048922"/>
      </p:ext>
    </p:extLst>
  </p:cSld>
  <p:clrMapOvr>
    <a:masterClrMapping/>
  </p:clrMapOvr>
  <p:transition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AF36C6C3-1164-1B05-14D7-F946BE410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Длины маршрутов</a:t>
            </a:r>
            <a:br>
              <a:rPr lang="ru-RU">
                <a:latin typeface="+mj-lt"/>
              </a:rPr>
            </a:br>
            <a:r>
              <a:rPr lang="ru-RU" sz="4800">
                <a:latin typeface="Montserrat Medium" panose="00000600000000000000" pitchFamily="2" charset="-52"/>
              </a:rPr>
              <a:t>19.65 км</a:t>
            </a:r>
            <a:br>
              <a:rPr lang="ru-RU" sz="4800">
                <a:latin typeface="Montserrat Medium" panose="00000600000000000000" pitchFamily="2" charset="-52"/>
              </a:rPr>
            </a:br>
            <a:r>
              <a:rPr lang="ru-RU" sz="4800">
                <a:latin typeface="Montserrat Medium" panose="00000600000000000000" pitchFamily="2" charset="-52"/>
              </a:rPr>
              <a:t>Маршрут #40</a:t>
            </a:r>
            <a:endParaRPr lang="ru-RU" dirty="0">
              <a:latin typeface="Montserrat Medium" panose="00000600000000000000" pitchFamily="2" charset="-52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8B8E01F-F247-3914-A718-2587B9EEB5F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773971"/>
      </p:ext>
    </p:extLst>
  </p:cSld>
  <p:clrMapOvr>
    <a:masterClrMapping/>
  </p:clrMapOvr>
  <p:transition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13B3DA2D-7690-CFEB-55B8-7D511A047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Связность сети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CC86FD8-A534-D7FD-79A9-A3A9E067336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897552"/>
      </p:ext>
    </p:extLst>
  </p:cSld>
  <p:clrMapOvr>
    <a:masterClrMapping/>
  </p:clrMapOvr>
  <p:transition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37C9398E-2764-526C-BD6D-8CA511D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9EEDC42-6950-94D9-CE52-86E1D8487CE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091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7B78FA6-3A3A-A683-025F-AEBEEF7F0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>
                <a:latin typeface="+mj-lt"/>
              </a:rPr>
              <a:t>Продукт проекта</a:t>
            </a:r>
            <a:endParaRPr lang="ru-RU" b="1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61DC71-B831-21E3-A646-576F1007E62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659805"/>
      </p:ext>
    </p:extLst>
  </p:cSld>
  <p:clrMapOvr>
    <a:masterClrMapping/>
  </p:clrMapOvr>
  <p:transition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02516CBC-33FC-5828-A440-2BCFA28CE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Спасибо!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535F7C-630A-950C-3DEA-1951F125E7E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9651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Office PowerPoint</Application>
  <PresentationFormat>Экран (16:9)</PresentationFormat>
  <Paragraphs>14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Montserrat Medium</vt:lpstr>
      <vt:lpstr>Тема Office</vt:lpstr>
      <vt:lpstr>ТопДС Кейс</vt:lpstr>
      <vt:lpstr>Трамвайная сеть Санкт-Петербурга</vt:lpstr>
      <vt:lpstr>Цель проекта</vt:lpstr>
      <vt:lpstr>Задачи проекта</vt:lpstr>
      <vt:lpstr>Сырые данные</vt:lpstr>
      <vt:lpstr>Сырые данные</vt:lpstr>
      <vt:lpstr>Анализ данных</vt:lpstr>
      <vt:lpstr>Моделирование</vt:lpstr>
      <vt:lpstr>Презентация PowerPoint</vt:lpstr>
      <vt:lpstr>Презентация PowerPoint</vt:lpstr>
      <vt:lpstr>Презентация PowerPoint</vt:lpstr>
      <vt:lpstr>Презентация PowerPoint</vt:lpstr>
      <vt:lpstr>Результаты анализа</vt:lpstr>
      <vt:lpstr>Презентация PowerPoint</vt:lpstr>
      <vt:lpstr>Топ-остановок</vt:lpstr>
      <vt:lpstr>Длины маршрутов 19.65 км Маршрут #40</vt:lpstr>
      <vt:lpstr>Связность сети</vt:lpstr>
      <vt:lpstr>Презентация PowerPoint</vt:lpstr>
      <vt:lpstr>Продукт проекта</vt:lpstr>
      <vt:lpstr>Спасибо!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Максим Лобанов</dc:creator>
  <cp:lastModifiedBy>Максим Лобанов</cp:lastModifiedBy>
  <cp:revision>1</cp:revision>
  <dcterms:created xsi:type="dcterms:W3CDTF">2026-01-20T15:26:01Z</dcterms:created>
  <dcterms:modified xsi:type="dcterms:W3CDTF">2026-01-20T15:26:01Z</dcterms:modified>
</cp:coreProperties>
</file>