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7104063" cy="10234613"/>
  <p:defaultTextStyle>
    <a:defPPr>
      <a:defRPr lang="ru-RU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8F07FE-AB06-0D56-641E-FB7C0A6B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197FDD0-11BF-5DBC-04CC-DB759AF31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DB57-570C-429C-8A7F-857C6F02902B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6F8DB0C-B2F9-7482-7F52-EA5B15ABF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F70706-DB9B-5EB0-9ABF-965E21A2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8AAC7-C8E0-456E-B73E-19BCAD8EE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88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25ECE-4AB0-7296-DADA-D72364A10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6D8FFF-312A-91F0-AA6A-A7F3E3A25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B35FE4-A4A5-1E33-D446-E4ABCD7CE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DDB57-570C-429C-8A7F-857C6F02902B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3BB4C7-A93F-DB9C-CEFA-759865352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A5F960-DAC6-A20D-4A5C-F823B613D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8AAC7-C8E0-456E-B73E-19BCAD8EE1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80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E17DD267-AD7C-4C5C-B86F-796B7CC4D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+mj-lt"/>
              </a:rPr>
              <a:t>ТопДС Кейс</a:t>
            </a:r>
            <a:endParaRPr lang="ru-RU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7468DC-9EB8-17A9-9637-5143776D4C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94305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E32E9816-7747-BEB6-3D4F-8848B2954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>
                <a:latin typeface="+mj-lt"/>
              </a:rPr>
              <a:t>Трамвайная сеть Санкт-Петербурга</a:t>
            </a:r>
            <a:endParaRPr lang="ru-RU" sz="4800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D45994-1016-62AD-F85F-B7F6BF623D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06969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F8D63AC5-9609-13D8-EADC-DCFD1C7F6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latin typeface="+mj-lt"/>
              </a:rPr>
              <a:t>Цель проекта</a:t>
            </a:r>
            <a:endParaRPr lang="ru-RU" sz="3200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ED409A-E729-F119-0DCF-0FB8E78579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81780"/>
      </p:ext>
    </p:extLst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9B236474-A2E6-FF34-9531-670DAE93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+mj-lt"/>
              </a:rPr>
              <a:t>Задачи проекта</a:t>
            </a:r>
            <a:endParaRPr lang="en-US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098B9E-05FA-7FA5-2538-0CA720AA88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03857"/>
      </p:ext>
    </p:extLst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8C954A02-8BB1-830C-E808-88B52F91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+mj-lt"/>
              </a:rPr>
              <a:t>Сырые данные</a:t>
            </a:r>
            <a:endParaRPr lang="ru-RU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E85ED3-1D93-929C-D404-78356A44C5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16483"/>
      </p:ext>
    </p:extLst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9CB65DC1-2857-C215-D1BE-6252764BD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+mj-lt"/>
              </a:rPr>
              <a:t>Сырые данные</a:t>
            </a:r>
            <a:endParaRPr lang="ru-RU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B40EE1-104F-5193-1A9E-BD49042ED6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241372"/>
      </p:ext>
    </p:extLst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1D450E72-5709-3357-F5C8-0CB569340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+mj-lt"/>
              </a:rPr>
              <a:t>Анализ данных</a:t>
            </a:r>
            <a:endParaRPr lang="ru-RU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237297-7E85-C8A1-0F15-4F4882E4A0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80541"/>
      </p:ext>
    </p:extLst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02E4BE0F-FE3B-8324-23D0-16135256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>
                <a:latin typeface="+mj-lt"/>
              </a:rPr>
              <a:t>Моделирование</a:t>
            </a:r>
            <a:endParaRPr lang="ru-RU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4A1683-3537-49D9-D332-CC019B87C2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551865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FC5E6764-B820-DD3F-1457-EF8844675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C5830A8-768F-39C6-00D8-579CDB858D4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591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CD74DB74-92CC-C196-D04B-FB624FE1E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CD26DB-EE0E-4130-E0A9-EC1E041394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48616"/>
      </p:ext>
    </p:extLst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8D7FCA86-EC42-CFF2-4EB8-B513676C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1C53EB-1A91-2159-402F-41EA2A604B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9436"/>
      </p:ext>
    </p:extLst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9B6BAA77-2B87-4334-E29F-6D5083002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678908-7BE9-3E7D-494B-7BA484AFFF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34D3FCAF-6D5C-E4C5-78B4-E1B72AB2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+mj-lt"/>
              </a:rPr>
              <a:t>Результаты анализа</a:t>
            </a:r>
            <a:endParaRPr lang="ru-RU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317F9C-1739-8085-546B-DDC2EB2C2C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6332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7A040246-2E1D-D7D0-6FD0-CEB19C39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52E560-8E73-156A-A878-C66B34CCBC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45303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E3DD408A-0A52-615C-849E-CED8B8CAD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>
                <a:latin typeface="+mj-lt"/>
              </a:rPr>
              <a:t>Топ-остановок</a:t>
            </a:r>
            <a:endParaRPr lang="ru-RU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2D2EBE-83BE-4602-D0D3-B9F5BD522A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07682"/>
      </p:ext>
    </p:extLst>
  </p:cSld>
  <p:clrMapOvr>
    <a:masterClrMapping/>
  </p:clrMapOvr>
  <p:transition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90A6497E-7DD7-945D-1216-8AF22AF7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>
                <a:latin typeface="+mj-lt"/>
              </a:rPr>
              <a:t>Длины маршрутов</a:t>
            </a:r>
            <a:br>
              <a:rPr lang="ru-RU">
                <a:latin typeface="+mj-lt"/>
              </a:rPr>
            </a:br>
            <a:r>
              <a:rPr lang="ru-RU" sz="4800">
                <a:latin typeface="Montserrat Medium" panose="00000600000000000000" pitchFamily="2" charset="-52"/>
              </a:rPr>
              <a:t>19.65 км</a:t>
            </a:r>
            <a:br>
              <a:rPr lang="ru-RU" sz="4800">
                <a:latin typeface="Montserrat Medium" panose="00000600000000000000" pitchFamily="2" charset="-52"/>
              </a:rPr>
            </a:br>
            <a:r>
              <a:rPr lang="ru-RU" sz="4800">
                <a:latin typeface="Montserrat Medium" panose="00000600000000000000" pitchFamily="2" charset="-52"/>
              </a:rPr>
              <a:t>Маршрут #40</a:t>
            </a:r>
            <a:endParaRPr lang="ru-RU" dirty="0">
              <a:latin typeface="Montserrat Medium" panose="00000600000000000000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7CE3289-030F-8662-84C6-9AF828EAA6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62229"/>
      </p:ext>
    </p:extLst>
  </p:cSld>
  <p:clrMapOvr>
    <a:masterClrMapping/>
  </p:clrMapOvr>
  <p:transition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E09B5E10-7D21-7E0F-F2D8-FB00357C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>
                <a:latin typeface="+mj-lt"/>
              </a:rPr>
              <a:t>Связность сети</a:t>
            </a:r>
            <a:endParaRPr lang="ru-RU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CFCE1C-ADC1-24CB-55BB-081906C3A5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13897"/>
      </p:ext>
    </p:extLst>
  </p:cSld>
  <p:clrMapOvr>
    <a:masterClrMapping/>
  </p:clrMapOvr>
  <p:transition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77209FF9-DEAB-3A50-83AB-5305E492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D83D28-20E3-25BC-91F8-1BED476B52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822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00270D4C-C4B5-7844-59ED-7A43E122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+mj-lt"/>
              </a:rPr>
              <a:t>Продукт проекта</a:t>
            </a:r>
            <a:endParaRPr lang="ru-RU" b="1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C7FBD3-347C-E375-4E86-7079E8AAF2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9862"/>
      </p:ext>
    </p:extLst>
  </p:cSld>
  <p:clrMapOvr>
    <a:masterClrMapping/>
  </p:clrMapOvr>
  <p:transition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9F806A7F-F9BD-41F1-8091-70799031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+mj-lt"/>
              </a:rPr>
              <a:t>Спасибо!</a:t>
            </a:r>
            <a:endParaRPr lang="ru-RU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20019B-BA79-A363-BE15-6A9AD9FD4D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57064"/>
      </p:ext>
    </p:extLst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Экран (16:9)</PresentationFormat>
  <Paragraphs>14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Montserrat Medium</vt:lpstr>
      <vt:lpstr>Тема Office</vt:lpstr>
      <vt:lpstr>ТопДС Кейс</vt:lpstr>
      <vt:lpstr>Трамвайная сеть Санкт-Петербурга</vt:lpstr>
      <vt:lpstr>Цель проекта</vt:lpstr>
      <vt:lpstr>Задачи проекта</vt:lpstr>
      <vt:lpstr>Сырые данные</vt:lpstr>
      <vt:lpstr>Сырые данные</vt:lpstr>
      <vt:lpstr>Анализ данных</vt:lpstr>
      <vt:lpstr>Моделирование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Результаты анализа</vt:lpstr>
      <vt:lpstr>Презентация PowerPoint</vt:lpstr>
      <vt:lpstr>Топ-остановок</vt:lpstr>
      <vt:lpstr>Длины маршрутов 19.65 км Маршрут #40</vt:lpstr>
      <vt:lpstr>Связность сети</vt:lpstr>
      <vt:lpstr>Презентация PowerPoint</vt:lpstr>
      <vt:lpstr>Продукт проекта</vt:lpstr>
      <vt:lpstr>Спасибо!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Лобанов</dc:creator>
  <cp:lastModifiedBy>Максим Лобанов</cp:lastModifiedBy>
  <cp:revision>1</cp:revision>
  <dcterms:created xsi:type="dcterms:W3CDTF">2026-01-20T15:01:50Z</dcterms:created>
  <dcterms:modified xsi:type="dcterms:W3CDTF">2026-01-20T15:01:50Z</dcterms:modified>
</cp:coreProperties>
</file>